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solidFill>
            <a:srgbClr val="39FF88">
              <a:alpha val="15000"/>
            </a:srgbClr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TWO IDEAS</a:t>
            </a:r>
            <a:endParaRPr lang="en-US" sz="1100" dirty="0"/>
          </a:p>
        </p:txBody>
      </p:sp>
      <p:pic>
        <p:nvPicPr>
          <p:cNvPr id="4" name="Image 0" descr="ic_loc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144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Substitution: Change WHAT the Letter Is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order, different letters." Every letter is replaced by another letter, using a fixed rule (like shifting the alphabet). The position of each letter never changes — only its identity.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10881360" cy="1920240"/>
          </a:xfrm>
          <a:prstGeom prst="rect">
            <a:avLst/>
          </a:prstGeom>
          <a:solidFill>
            <a:srgbClr val="121826"/>
          </a:solidFill>
          <a:ln w="12700">
            <a:solidFill>
              <a:srgbClr val="1FAE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 (shift each letter by 3)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  →   KHOOR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→ K      E → H      L → O      L → O      O → 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10881360" cy="1234440"/>
          </a:xfrm>
          <a:prstGeom prst="rect">
            <a:avLst/>
          </a:prstGeom>
          <a:solidFill>
            <a:srgbClr val="121826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 patterns survive, just relabeled — frequency analysis (matching the most common ciphertext symbol to "E") breaks it quickly.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SUBSTITUTION VS TRANSPOSITION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solidFill>
            <a:srgbClr val="3FD0E0">
              <a:alpha val="15000"/>
            </a:srgbClr>
          </a:solidFill>
          <a:ln w="12700">
            <a:solidFill>
              <a:srgbClr val="3FD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F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TWO IDEAS</a:t>
            </a:r>
            <a:endParaRPr lang="en-US" sz="1100" dirty="0"/>
          </a:p>
        </p:txBody>
      </p:sp>
      <p:pic>
        <p:nvPicPr>
          <p:cNvPr id="4" name="Image 0" descr="ic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144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Transposition: Change WHERE the Letter Is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letters, different order." Every letter stays exactly what it is. Only the order — the positions — get rearranged according to a pattern or key.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10881360" cy="1920240"/>
          </a:xfrm>
          <a:prstGeom prst="rect">
            <a:avLst/>
          </a:prstGeom>
          <a:solidFill>
            <a:srgbClr val="121826"/>
          </a:solidFill>
          <a:ln w="12700">
            <a:solidFill>
              <a:srgbClr val="3FD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 (Rail Fence, 2 rows)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  →   HLOEL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1: H _ L _ O      Row 2: _ E _ L _      read row by row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10881360" cy="1234440"/>
          </a:xfrm>
          <a:prstGeom prst="rect">
            <a:avLst/>
          </a:prstGeom>
          <a:solidFill>
            <a:srgbClr val="121826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letters are still visible in the ciphertext — nothing hides which letters were used, only their order needs to be guessed back (anagramming, or trying grid sizes).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SUBSTITUTION VS TRANSPOSITION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2026-07-15T05:17:45Z</dcterms:created>
  <dcterms:modified xsi:type="dcterms:W3CDTF">2026-07-15T05:17:45Z</dcterms:modified>
</cp:coreProperties>
</file>